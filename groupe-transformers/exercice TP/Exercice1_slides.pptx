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269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Personne 1 (~40 s) : Le message system, c'est la consigne cachée donnée au modèle avant la conversation. Exemple du notebook : avec « réponds toujours en haïku », il répond en poème à n'importe quelle question.
Personne 2 (~50 s) : Notre objectif : un assistant de révision concis. On a écrit un rôle puis 4 règles numérotées, plus clair qu'une phrase vague. On limite la réponse à 300 tokens, et reasoning_effort = minimal évite que le modèle dépense ce budget à réfléchir en cachette (sinon réponse vide). gpt-5-mini était bloqué par la clé du cours, on a utilisé GLM 5.3 Flash via OpenRouter.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Personne 3 (~50 s) : Même modèle, même question, même limite de 300 tokens. Sans system prompt : titre, introduction, plus de 12 points, et la réponse est coupée au milieu d'un mot (finish_reason = length). Avec notre system prompt : 5 puces, pas d'intro, réponse complète en 190 tokens (finish_reason = stop). Trois enseignements : 1) le system prompt contrôle la forme ; 2) c'est une consigne, pas une garantie, donc on vérifie par le code ; 3) les sources citées restent vagues (« cf. documentation officielle ») et invérifiables : attention aux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CHATBOT · EXERCICE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 un system prompt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transformer le modèle en assistant de révision technique, concis et structuré.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37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toujours en français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720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368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à puces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la réponse en puces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572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898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points max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plus de 5 puces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exemple ou une source par puce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4114800" cy="2788920"/>
          </a:xfrm>
          <a:prstGeom prst="roundRect">
            <a:avLst>
              <a:gd name="adj" fmla="val 3934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48006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1645920"/>
            <a:ext cx="3703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un assistant de révision technique qui aide les étudiants à réviser.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Règles strictes :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Réponds toujours en français.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Structure ta réponse en liste à puces.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Ne dépasse jamais 5 puces.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Chaque puce cite une source ou un exemple concret.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Sois concis, sans introduction ni conclusion.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94360" y="4160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5.3 Flash (OpenRouter)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55264" y="416052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3392424" y="4160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9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max_completion_tokens = 300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53328" y="416052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190488" y="4160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RÉFLEXION</a:t>
            </a:r>
            <a:endParaRPr lang="en-US" sz="9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reasoning_effort = minimal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(modèle prévu) étant bloqué par les restrictions de la clé du cours, nous avons utilisé GLM 5.3 Flash.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MÊME MODÈLE, MÊME QUESTION, 300 TOKENS MAX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Seul le system prompt change… et tout 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C841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457200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system prompt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13" y="1572768"/>
            <a:ext cx="3501614" cy="1600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355848"/>
            <a:ext cx="127101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84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457200" y="33558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points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10512" y="3355848"/>
            <a:ext cx="127101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84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1810512" y="33558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titres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63824" y="3355848"/>
            <a:ext cx="127101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84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3163824" y="33558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Coupée (length)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170432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2E8B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4709160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system prompt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160" y="1481328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118" y="1815071"/>
            <a:ext cx="4788564" cy="96927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09160" y="3355848"/>
            <a:ext cx="127101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8B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 txBox="1"/>
          <p:nvPr/>
        </p:nvSpPr>
        <p:spPr>
          <a:xfrm>
            <a:off x="4709160" y="33558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puces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62472" y="3355848"/>
            <a:ext cx="127101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8B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 txBox="1"/>
          <p:nvPr/>
        </p:nvSpPr>
        <p:spPr>
          <a:xfrm>
            <a:off x="6062472" y="33558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(stop)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415784" y="3355848"/>
            <a:ext cx="127101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8B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 txBox="1"/>
          <p:nvPr/>
        </p:nvSpPr>
        <p:spPr>
          <a:xfrm>
            <a:off x="7415784" y="33558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tokens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858768"/>
            <a:ext cx="2633472" cy="91440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 txBox="1"/>
          <p:nvPr/>
        </p:nvSpPr>
        <p:spPr>
          <a:xfrm>
            <a:off x="594360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960120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contrôle la forme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longueur et ton changent complètement.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255264" y="3858768"/>
            <a:ext cx="2633472" cy="91440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 txBox="1"/>
          <p:nvPr/>
        </p:nvSpPr>
        <p:spPr>
          <a:xfrm>
            <a:off x="3392424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3758184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consigne, pas une garantie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vérifie par le code : compteur de puces et finish_reason.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053328" y="3858768"/>
            <a:ext cx="2633472" cy="91440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 txBox="1"/>
          <p:nvPr/>
        </p:nvSpPr>
        <p:spPr>
          <a:xfrm>
            <a:off x="6190488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6556248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sources à vérifier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« sources » citées restent vagues : risque d’hallucination.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Affichage à l'écran (16:9)</PresentationFormat>
  <Paragraphs>53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HUYNH Alexandre</cp:lastModifiedBy>
  <cp:revision>2</cp:revision>
  <dcterms:created xsi:type="dcterms:W3CDTF">2026-09-29T20:22:59Z</dcterms:created>
  <dcterms:modified xsi:type="dcterms:W3CDTF">2026-09-29T20:24:57Z</dcterms:modified>
</cp:coreProperties>
</file>